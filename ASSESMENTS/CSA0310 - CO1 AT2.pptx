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0DB4C23-989E-476E-A526-2620EE4EA03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8A99F8AA-C061-436B-9074-BCE3C99A7886}">
          <p14:sldIdLst>
            <p14:sldId id="263"/>
            <p14:sldId id="262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258" y="-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D17330E-C2BE-493B-8FFF-B2AF09295E6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4508" y="2501782"/>
            <a:ext cx="7406640" cy="147218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CPU Allocation in Time-Sharing Operating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Systems 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Recommend an Appropriate Data Structure and Justify Based on Time and Space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68543" y="5410200"/>
            <a:ext cx="3775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HARIHARAN B (192511394)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9800" y="1600200"/>
            <a:ext cx="5282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CSA0310- DATA STRUCTURES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02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What is a Time-Sharing Operating System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82296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Allows multiple processes to share the CPU.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process gets a fixed time slice (time quantum).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Improves CPU utilization.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Ensures fairness among processes.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P1 → P2 → P3 → P4 → P1 → ...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01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Many processes are waiting for CPU execution.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OS must schedule them efficiently.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Every process should get CPU time fairly.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Fast insertion and removal are required. </a:t>
            </a:r>
          </a:p>
          <a:p>
            <a:pPr marL="82296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Challenge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Which data structure is best for managing the ready queue?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05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Recommended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Circular Queue (FIFO)</a:t>
            </a:r>
          </a:p>
          <a:p>
            <a:pPr marL="82296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Circular Queue?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Processes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executed in First-In-First-Out order.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After one process finishes its time slice, it moves to the rear.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next waiting process gets the CPU.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Ideal for Round Robin Scheduling.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58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Suppose the ready queue contains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Front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P1 → P2 → P3 → P4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CPU executes: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P1 (2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Remaining Queue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P2 → P3 → P4 → P1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P2 executes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Queue becomes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P3 → P4 → P1 → P2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This continues until all processes finish.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70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 and Space Efficiency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424609"/>
              </p:ext>
            </p:extLst>
          </p:nvPr>
        </p:nvGraphicFramePr>
        <p:xfrm>
          <a:off x="1219200" y="1960418"/>
          <a:ext cx="7499350" cy="1463040"/>
        </p:xfrm>
        <a:graphic>
          <a:graphicData uri="http://schemas.openxmlformats.org/drawingml/2006/table">
            <a:tbl>
              <a:tblPr/>
              <a:tblGrid>
                <a:gridCol w="3749675"/>
                <a:gridCol w="3749675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Insert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Remove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Access 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35100" y="3986482"/>
            <a:ext cx="450354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Space Complexity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O(n)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where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 = number of processes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Stores each process only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08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Circular Queue?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057400"/>
            <a:ext cx="749808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Fast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dequeue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Fair CPU allocation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Prevents starvation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Easy to implement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Efficient memory utilization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Perfect for Round Robin Scheduling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87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Comparison with Other Data Structures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959504"/>
              </p:ext>
            </p:extLst>
          </p:nvPr>
        </p:nvGraphicFramePr>
        <p:xfrm>
          <a:off x="1435100" y="2065020"/>
          <a:ext cx="7499349" cy="3566160"/>
        </p:xfrm>
        <a:graphic>
          <a:graphicData uri="http://schemas.openxmlformats.org/drawingml/2006/table">
            <a:tbl>
              <a:tblPr/>
              <a:tblGrid>
                <a:gridCol w="2499783"/>
                <a:gridCol w="2499783"/>
                <a:gridCol w="2499783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Data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Suitable?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Shifting elements is costly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Dynamic but extra memory for pointers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LIFO is unsuitable for CPU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Priority 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Used for Priority Scheduling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itchFamily="18" charset="0"/>
                          <a:cs typeface="Times New Roman" pitchFamily="18" charset="0"/>
                        </a:rPr>
                        <a:t>Circular Queue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✅ 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O(1) operations and fair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784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Real-Life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1981200"/>
            <a:ext cx="749808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Circular Queue is used in: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CPU Ready Queue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Round Robin Scheduling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Printer Queue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Network Packet Scheduling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Multimedia Streaming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Task Scheduling in Operating Systems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91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828800"/>
            <a:ext cx="7498080" cy="48006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Circular Queue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the most suitable data structure for managing processes in a time-sharing operating system.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provides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O(1)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insertion and deletion. Ensures fair CPU allocation.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O(n)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memory efficiently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Widely used in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Round Robin CPU Scheduling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7901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19</TotalTime>
  <Words>384</Words>
  <Application>Microsoft Office PowerPoint</Application>
  <PresentationFormat>On-screen Show (4:3)</PresentationFormat>
  <Paragraphs>94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Solstice</vt:lpstr>
      <vt:lpstr>CPU Allocation in Time-Sharing Operating Systems - Recommend an Appropriate Data Structure and Justify Based on Time and Space Efficiency</vt:lpstr>
      <vt:lpstr>Introduction</vt:lpstr>
      <vt:lpstr>Problem Statement</vt:lpstr>
      <vt:lpstr>Recommended Data Structure</vt:lpstr>
      <vt:lpstr>Working Example</vt:lpstr>
      <vt:lpstr>Time and Space Efficiency</vt:lpstr>
      <vt:lpstr>Why Circular Queue?</vt:lpstr>
      <vt:lpstr>Comparison with Other Data Structures</vt:lpstr>
      <vt:lpstr>Real-Life Applications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Allocation in Time-Sharing Operating Systems - Recommend an Appropriate Data Structure and Justify Based on Time and Space Efficiency</dc:title>
  <dc:creator>ASUS</dc:creator>
  <cp:lastModifiedBy>ASUS</cp:lastModifiedBy>
  <cp:revision>3</cp:revision>
  <dcterms:created xsi:type="dcterms:W3CDTF">2026-07-27T05:15:30Z</dcterms:created>
  <dcterms:modified xsi:type="dcterms:W3CDTF">2026-07-28T15:49:19Z</dcterms:modified>
</cp:coreProperties>
</file>